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1"/>
  </p:notesMasterIdLst>
  <p:sldIdLst>
    <p:sldId id="284" r:id="rId5"/>
    <p:sldId id="282" r:id="rId6"/>
    <p:sldId id="276" r:id="rId7"/>
    <p:sldId id="277" r:id="rId8"/>
    <p:sldId id="278" r:id="rId9"/>
    <p:sldId id="27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15"/>
    <p:restoredTop sz="95915"/>
  </p:normalViewPr>
  <p:slideViewPr>
    <p:cSldViewPr snapToGrid="0" snapToObjects="1">
      <p:cViewPr varScale="1">
        <p:scale>
          <a:sx n="114" d="100"/>
          <a:sy n="114" d="100"/>
        </p:scale>
        <p:origin x="7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E7A471-3BC9-7144-896D-35D27501F867}" type="datetimeFigureOut">
              <a:rPr lang="en-US" smtClean="0"/>
              <a:t>1/26/23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2D817-624A-3844-ADA7-10031BF8A2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769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E9A0D2A-57DF-E44A-A371-2450D2CA77CF}"/>
              </a:ext>
            </a:extLst>
          </p:cNvPr>
          <p:cNvSpPr txBox="1">
            <a:spLocks/>
          </p:cNvSpPr>
          <p:nvPr userDrawn="1"/>
        </p:nvSpPr>
        <p:spPr>
          <a:xfrm>
            <a:off x="547962" y="3041584"/>
            <a:ext cx="4784434" cy="24649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000" b="0" i="0" kern="1200">
                <a:solidFill>
                  <a:schemeClr val="tx1"/>
                </a:solidFill>
                <a:latin typeface="Igna Sans Medium It" pitchFamily="2" charset="77"/>
                <a:ea typeface="+mj-ea"/>
                <a:cs typeface="+mj-cs"/>
              </a:defRPr>
            </a:lvl1pPr>
          </a:lstStyle>
          <a:p>
            <a:endParaRPr lang="en-US" sz="2000" b="0" i="0">
              <a:latin typeface="Museo Sans 300" panose="02000000000000000000" pitchFamily="2" charset="77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21898C-DAFF-3840-9140-7411E7BC2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4432" y="2457860"/>
            <a:ext cx="8663135" cy="1816223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249136-A851-FA48-979A-2D72ADE531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7962" y="501787"/>
            <a:ext cx="3542257" cy="60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061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ckground-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9D27F-9B74-644D-9F06-D6BFFF5FA7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5831" y="707901"/>
            <a:ext cx="7385538" cy="1816223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Join Our Team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B81AD0-D566-CB4D-B66D-81E89F00C6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5831" y="3083168"/>
            <a:ext cx="7385538" cy="2403231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 i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670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itle &amp; Text above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B1085-A1C6-5D42-9298-73B426FF3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88" y="335130"/>
            <a:ext cx="11090726" cy="539014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0AA6AF-3D4F-2D41-957D-E4305D3E65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2588" y="2598821"/>
            <a:ext cx="11446860" cy="41292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F2D345-69D5-254D-8609-2C678DFD254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82588" y="1097280"/>
            <a:ext cx="11446860" cy="1318661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17191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itle &amp; Text Left - Image R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B1085-A1C6-5D42-9298-73B426FF3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88" y="335130"/>
            <a:ext cx="5245768" cy="1318660"/>
          </a:xfrm>
        </p:spPr>
        <p:txBody>
          <a:bodyPr anchor="b">
            <a:no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0AA6AF-3D4F-2D41-957D-E4305D3E65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83680" y="335131"/>
            <a:ext cx="5245768" cy="62485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F2D345-69D5-254D-8609-2C678DFD254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82587" y="1799924"/>
            <a:ext cx="5225733" cy="4783756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51403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itle &amp; Image Left - Text R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B1085-A1C6-5D42-9298-73B426FF3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88" y="335130"/>
            <a:ext cx="5245768" cy="1318660"/>
          </a:xfrm>
        </p:spPr>
        <p:txBody>
          <a:bodyPr anchor="b">
            <a:no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0AA6AF-3D4F-2D41-957D-E4305D3E65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2588" y="1799924"/>
            <a:ext cx="5245768" cy="478375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F2D345-69D5-254D-8609-2C678DFD254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563646" y="335131"/>
            <a:ext cx="5225733" cy="624855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983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Break 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46EF389-8EC2-7D4B-B874-2DCEB8283A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4091" y="489188"/>
            <a:ext cx="8613974" cy="1816223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4476EB-19AB-4F44-8717-FD7415B7E247}"/>
              </a:ext>
            </a:extLst>
          </p:cNvPr>
          <p:cNvSpPr txBox="1"/>
          <p:nvPr userDrawn="1"/>
        </p:nvSpPr>
        <p:spPr>
          <a:xfrm>
            <a:off x="3423424" y="5475249"/>
            <a:ext cx="0" cy="0"/>
          </a:xfrm>
          <a:prstGeom prst="rect">
            <a:avLst/>
          </a:prstGeom>
        </p:spPr>
        <p:txBody>
          <a:bodyPr wrap="none" rtlCol="0">
            <a:normAutofit fontScale="2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086FA5-513F-2246-A99B-32D948F091FB}"/>
              </a:ext>
            </a:extLst>
          </p:cNvPr>
          <p:cNvSpPr txBox="1"/>
          <p:nvPr userDrawn="1"/>
        </p:nvSpPr>
        <p:spPr>
          <a:xfrm>
            <a:off x="7805854" y="3802566"/>
            <a:ext cx="0" cy="0"/>
          </a:xfrm>
          <a:prstGeom prst="rect">
            <a:avLst/>
          </a:prstGeom>
        </p:spPr>
        <p:txBody>
          <a:bodyPr wrap="none" rtlCol="0">
            <a:normAutofit fontScale="2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C636FE-A253-D145-B37D-1F223CBEFB15}"/>
              </a:ext>
            </a:extLst>
          </p:cNvPr>
          <p:cNvSpPr txBox="1"/>
          <p:nvPr userDrawn="1"/>
        </p:nvSpPr>
        <p:spPr>
          <a:xfrm>
            <a:off x="3599848" y="4803006"/>
            <a:ext cx="0" cy="0"/>
          </a:xfrm>
          <a:prstGeom prst="rect">
            <a:avLst/>
          </a:prstGeom>
        </p:spPr>
        <p:txBody>
          <a:bodyPr wrap="none" rtlCol="0">
            <a:normAutofit fontScale="2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99B4EF-1F25-6748-A298-852096D08BC2}"/>
              </a:ext>
            </a:extLst>
          </p:cNvPr>
          <p:cNvSpPr txBox="1"/>
          <p:nvPr userDrawn="1"/>
        </p:nvSpPr>
        <p:spPr>
          <a:xfrm>
            <a:off x="4013735" y="4754880"/>
            <a:ext cx="0" cy="0"/>
          </a:xfrm>
          <a:prstGeom prst="rect">
            <a:avLst/>
          </a:prstGeom>
        </p:spPr>
        <p:txBody>
          <a:bodyPr wrap="none" rtlCol="0">
            <a:normAutofit fontScale="2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D343085-0EE7-C642-8672-B2DA8E0EF3E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11010" y="6017683"/>
            <a:ext cx="2784728" cy="47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059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820F0E-D71B-294C-BF21-4F15C8BFE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2D91E-F303-6D42-93A7-0A264AFC98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CEF78-9278-0E4E-BCCF-2E6E302F76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ACDFBBD1-029F-CF4A-B19B-0B0873265901}" type="datetimeFigureOut">
              <a:rPr lang="en-US" smtClean="0"/>
              <a:pPr/>
              <a:t>1/26/23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7471EE-DD3D-894C-8DD1-665614D179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DA389C-03A8-3645-B2C9-6713E6E43F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CCE83FBA-E151-4548-B032-AD5A189E5A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26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49" r:id="rId2"/>
    <p:sldLayoutId id="2147483670" r:id="rId3"/>
    <p:sldLayoutId id="2147483671" r:id="rId4"/>
    <p:sldLayoutId id="2147483672" r:id="rId5"/>
    <p:sldLayoutId id="214748367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Inter" panose="020B0502030000000004" pitchFamily="34" charset="0"/>
          <a:ea typeface="Inter" panose="020B05020300000000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5.png"/><Relationship Id="rId3" Type="http://schemas.openxmlformats.org/officeDocument/2006/relationships/image" Target="../media/image11.png"/><Relationship Id="rId21" Type="http://schemas.openxmlformats.org/officeDocument/2006/relationships/image" Target="../media/image28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.png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23" Type="http://schemas.openxmlformats.org/officeDocument/2006/relationships/image" Target="../media/image30.png"/><Relationship Id="rId10" Type="http://schemas.openxmlformats.org/officeDocument/2006/relationships/image" Target="../media/image18.png"/><Relationship Id="rId19" Type="http://schemas.openxmlformats.org/officeDocument/2006/relationships/image" Target="../media/image26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Relationship Id="rId22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18CCB-FF03-8045-9652-99F9B2B8A4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Title slide with white background</a:t>
            </a:r>
          </a:p>
        </p:txBody>
      </p:sp>
    </p:spTree>
    <p:extLst>
      <p:ext uri="{BB962C8B-B14F-4D97-AF65-F5344CB8AC3E}">
        <p14:creationId xmlns:p14="http://schemas.microsoft.com/office/powerpoint/2010/main" val="374127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6A530-047B-2A4F-8BC3-2CD825412D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4091" y="489188"/>
            <a:ext cx="8161690" cy="1816223"/>
          </a:xfrm>
        </p:spPr>
        <p:txBody>
          <a:bodyPr>
            <a:normAutofit/>
          </a:bodyPr>
          <a:lstStyle/>
          <a:p>
            <a:r>
              <a:rPr lang="en-US" dirty="0"/>
              <a:t>Chapter break with a white background</a:t>
            </a:r>
          </a:p>
        </p:txBody>
      </p:sp>
    </p:spTree>
    <p:extLst>
      <p:ext uri="{BB962C8B-B14F-4D97-AF65-F5344CB8AC3E}">
        <p14:creationId xmlns:p14="http://schemas.microsoft.com/office/powerpoint/2010/main" val="2068492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1E96C-0C1B-DB40-A8E3-C8FE4549A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Headline &amp; Text with Image at the bottom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2D7A42E5-7BED-A446-B976-A7AE8C1990C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t="735" b="33088"/>
          <a:stretch/>
        </p:blipFill>
        <p:spPr>
          <a:xfrm>
            <a:off x="382588" y="2639077"/>
            <a:ext cx="11521440" cy="41148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F75539-DC7E-4743-8B01-56655E63BB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2588" y="953312"/>
            <a:ext cx="11446860" cy="1462630"/>
          </a:xfrm>
        </p:spPr>
        <p:txBody>
          <a:bodyPr>
            <a:normAutofit/>
          </a:bodyPr>
          <a:lstStyle/>
          <a:p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Lorem ipsum dolor sit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amet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consectetur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adipiscing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elit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, sed do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eiusmod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tempor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incididunt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ut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labore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et dolore magna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aliqua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. Ut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enim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ad minim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veniam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quis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nostrud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exercitation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ullamco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laboris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nisi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ut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aliquip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ex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ea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commodo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consequat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. Duis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aute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irure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dolor in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reprehenderit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in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voluptate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velit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esse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cillum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.</a:t>
            </a:r>
          </a:p>
          <a:p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Lorem ipsum dolor sit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amet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consectetur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adipiscing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elit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70747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850F1-92F6-914C-9592-5729C8436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809" y="757917"/>
            <a:ext cx="5245768" cy="1318660"/>
          </a:xfrm>
        </p:spPr>
        <p:txBody>
          <a:bodyPr/>
          <a:lstStyle/>
          <a:p>
            <a:r>
              <a:rPr lang="en-US"/>
              <a:t>Headline &amp; Text to the left, image to the right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C86A1C-4819-544C-9D78-D4AF32902A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2588" y="2687029"/>
            <a:ext cx="5225733" cy="3126037"/>
          </a:xfrm>
        </p:spPr>
        <p:txBody>
          <a:bodyPr/>
          <a:lstStyle/>
          <a:p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Lorem ipsum dolor sit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amet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consectetur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adipiscing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elit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, sed do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eiusmod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tempor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incididunt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ut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labore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et dolore magna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aliqua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. Ut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enim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ad minim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veniam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quis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nostrud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exercitation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ullamco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laboris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nisi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ut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aliquip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ex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ea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commodo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consequat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. Duis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aute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irure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dolor in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reprehenderit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in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voluptate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velit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esse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cillum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.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23E0E68E-857D-8048-9454-D4625EF7855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419" r="24407"/>
          <a:stretch/>
        </p:blipFill>
        <p:spPr>
          <a:xfrm>
            <a:off x="5688833" y="335131"/>
            <a:ext cx="6422103" cy="4703797"/>
          </a:xfrm>
        </p:spPr>
      </p:pic>
    </p:spTree>
    <p:extLst>
      <p:ext uri="{BB962C8B-B14F-4D97-AF65-F5344CB8AC3E}">
        <p14:creationId xmlns:p14="http://schemas.microsoft.com/office/powerpoint/2010/main" val="2164753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B6DC1-35A6-384E-947A-ADB21F0F4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87" y="274319"/>
            <a:ext cx="5245768" cy="1318660"/>
          </a:xfrm>
        </p:spPr>
        <p:txBody>
          <a:bodyPr/>
          <a:lstStyle/>
          <a:p>
            <a:r>
              <a:rPr lang="en-US" dirty="0"/>
              <a:t>Headline &amp; Image on left, text on right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2154E3E9-AD92-ED4D-B93D-75D50545DEF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9818" r="19818"/>
          <a:stretch>
            <a:fillRect/>
          </a:stretch>
        </p:blipFill>
        <p:spPr>
          <a:xfrm>
            <a:off x="382587" y="1799925"/>
            <a:ext cx="5245768" cy="4783756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818264-D58E-1E46-85D9-18925C9477C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Lorem ipsum dolor sit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amet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consectetur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adipiscing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elit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, sed do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eiusmod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tempor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incididunt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ut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labore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et dolore magna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aliqua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. Ut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enim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ad minim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veniam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quis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nostrud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exercitation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ullamco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laboris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nisi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ut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aliquip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ex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ea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commodo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consequat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. Duis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aute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irure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dolor in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reprehenderit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in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voluptate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velit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esse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dirty="0" err="1">
                <a:latin typeface="Roboto Light" panose="02000000000000000000" pitchFamily="2" charset="0"/>
                <a:ea typeface="Roboto Light" panose="02000000000000000000" pitchFamily="2" charset="0"/>
              </a:rPr>
              <a:t>cillum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.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208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BD163E1-DBD6-2049-9ACF-6E6DECD69A0E}"/>
              </a:ext>
            </a:extLst>
          </p:cNvPr>
          <p:cNvSpPr/>
          <p:nvPr/>
        </p:nvSpPr>
        <p:spPr>
          <a:xfrm>
            <a:off x="-5461" y="0"/>
            <a:ext cx="5589138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C71DF9-3DC1-264C-8FD6-E31363CCF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2323" y="1482625"/>
            <a:ext cx="105653" cy="47543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13A3D1-B326-844C-B65F-E6AA888ED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126" y="4009528"/>
            <a:ext cx="1126534" cy="2483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9193397-6697-5B4D-A621-83D23A9A3B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244" y="2613544"/>
            <a:ext cx="1269976" cy="2518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1CCEF56-200A-BB44-835B-EC650531EE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353" y="3324777"/>
            <a:ext cx="1248982" cy="2938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21EB7CE-6C83-3F43-BFEB-4A7BE80FDA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8449" y="4034793"/>
            <a:ext cx="1008807" cy="2231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D29D405-FCFF-6448-B4F5-DDC50F465F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1920" y="2664445"/>
            <a:ext cx="1131373" cy="22627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DB88A37-F7FD-924A-8B9F-825467A8AFC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98449" y="3348206"/>
            <a:ext cx="1115659" cy="26398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82AF161-767B-7548-B131-6547FB04E57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2557" y="1419753"/>
            <a:ext cx="117428" cy="480387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DB999E7-FF05-1F43-AF0C-D89C00CC772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57650" y="2978150"/>
            <a:ext cx="1187881" cy="26274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8FF6D71-7401-FB4F-BCE0-B43F4E900F3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12440" y="4013242"/>
            <a:ext cx="1187881" cy="26274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130A233-BE8F-EF4F-B844-DA0C73AFAE7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84819" y="4052850"/>
            <a:ext cx="1008813" cy="22313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3902014-44F9-CD45-9066-890E710999B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52674" y="2624278"/>
            <a:ext cx="1332203" cy="26644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D3B90D22-0768-BF45-BBD0-1DBD6656E97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20457" y="2644360"/>
            <a:ext cx="1131378" cy="226276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043A5865-F222-D24D-9AA9-0856639DE9C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32146" y="3370758"/>
            <a:ext cx="1115665" cy="263988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D3B9B78A-E384-0649-A72B-E4BCF55A372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71177" y="3324777"/>
            <a:ext cx="1313700" cy="310847"/>
          </a:xfrm>
          <a:prstGeom prst="rect">
            <a:avLst/>
          </a:prstGeom>
        </p:spPr>
      </p:pic>
      <p:sp>
        <p:nvSpPr>
          <p:cNvPr id="49" name="Title 1">
            <a:extLst>
              <a:ext uri="{FF2B5EF4-FFF2-40B4-BE49-F238E27FC236}">
                <a16:creationId xmlns:a16="http://schemas.microsoft.com/office/drawing/2014/main" id="{72E4A9FE-95BC-7C4C-9ABF-105D5464E814}"/>
              </a:ext>
            </a:extLst>
          </p:cNvPr>
          <p:cNvSpPr txBox="1">
            <a:spLocks/>
          </p:cNvSpPr>
          <p:nvPr/>
        </p:nvSpPr>
        <p:spPr>
          <a:xfrm>
            <a:off x="8054914" y="177252"/>
            <a:ext cx="3984647" cy="9513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>
                <a:solidFill>
                  <a:schemeClr val="tx1"/>
                </a:solidFill>
                <a:latin typeface="Igna Sans Medium It" pitchFamily="2" charset="77"/>
                <a:ea typeface="+mj-ea"/>
                <a:cs typeface="+mj-cs"/>
              </a:defRPr>
            </a:lvl1pPr>
          </a:lstStyle>
          <a:p>
            <a:pPr algn="r"/>
            <a:r>
              <a:rPr lang="en-US" dirty="0">
                <a:latin typeface="Inter" panose="020B0502030000000004" pitchFamily="34" charset="0"/>
                <a:ea typeface="Inter" panose="020B0502030000000004" pitchFamily="34" charset="0"/>
              </a:rPr>
              <a:t>Assets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F575CEB4-0ABE-EB40-B9FF-65478DDB24C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49577" y="5983347"/>
            <a:ext cx="2784728" cy="47643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D0197C5-95E7-BF48-8606-DBC2E019E26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15947" y="5984229"/>
            <a:ext cx="2784728" cy="47580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DBD721D-ED4F-B744-9C12-2C378E6CA25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15947" y="5170735"/>
            <a:ext cx="2688923" cy="45587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6E37C41-16ED-4E4A-B160-41F532A0E61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49577" y="5170735"/>
            <a:ext cx="2697660" cy="4615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6BF1C8D-C131-D24C-8614-25578FF759E1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896134" y="3693746"/>
            <a:ext cx="796948" cy="7969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B626577-E7E8-7442-904C-3434380E24F5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896134" y="1710940"/>
            <a:ext cx="796948" cy="79694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2DAC263-1E8A-0447-B080-C43476D22B3E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896134" y="2721076"/>
            <a:ext cx="796948" cy="796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983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eycentrix-Colors">
      <a:dk1>
        <a:srgbClr val="293436"/>
      </a:dk1>
      <a:lt1>
        <a:srgbClr val="FFFFFF"/>
      </a:lt1>
      <a:dk2>
        <a:srgbClr val="2A3336"/>
      </a:dk2>
      <a:lt2>
        <a:srgbClr val="FEFFFF"/>
      </a:lt2>
      <a:accent1>
        <a:srgbClr val="4D9CE2"/>
      </a:accent1>
      <a:accent2>
        <a:srgbClr val="7CF1A1"/>
      </a:accent2>
      <a:accent3>
        <a:srgbClr val="DDDEDD"/>
      </a:accent3>
      <a:accent4>
        <a:srgbClr val="737A7B"/>
      </a:accent4>
      <a:accent5>
        <a:srgbClr val="293436"/>
      </a:accent5>
      <a:accent6>
        <a:srgbClr val="6DD58D"/>
      </a:accent6>
      <a:hlink>
        <a:srgbClr val="293437"/>
      </a:hlink>
      <a:folHlink>
        <a:srgbClr val="77E79B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  <a:txDef>
      <a:spPr/>
      <a:bodyPr wrap="square" rtlCol="0">
        <a:normAutofit/>
      </a:bodyPr>
      <a:lstStyle>
        <a:defPPr marL="0" indent="0" algn="l">
          <a:lnSpc>
            <a:spcPct val="100000"/>
          </a:lnSpc>
          <a:buNone/>
          <a:defRPr dirty="0" smtClean="0">
            <a:latin typeface="Roboto" panose="02000000000000000000" pitchFamily="2" charset="0"/>
            <a:ea typeface="Roboto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11406DC0-268C-9541-9CC9-846836164F7A}" vid="{80B1C4B2-7E92-6C41-A805-09B459A4DD8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8538368-17db-4068-b10d-26d330d72c3c">
      <Terms xmlns="http://schemas.microsoft.com/office/infopath/2007/PartnerControls"/>
    </lcf76f155ced4ddcb4097134ff3c332f>
    <TaxCatchAll xmlns="5296b846-5d2e-4a1f-a106-977549851a7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DBC9AF7D0469244B9F5F8B2940F3488" ma:contentTypeVersion="18" ma:contentTypeDescription="Create a new document." ma:contentTypeScope="" ma:versionID="41a62d13f2b48f1d9d223aa8ed696c6c">
  <xsd:schema xmlns:xsd="http://www.w3.org/2001/XMLSchema" xmlns:xs="http://www.w3.org/2001/XMLSchema" xmlns:p="http://schemas.microsoft.com/office/2006/metadata/properties" xmlns:ns2="88538368-17db-4068-b10d-26d330d72c3c" xmlns:ns3="5296b846-5d2e-4a1f-a106-977549851a78" targetNamespace="http://schemas.microsoft.com/office/2006/metadata/properties" ma:root="true" ma:fieldsID="81d1264b4217c794914a5c810e3dcf3d" ns2:_="" ns3:_="">
    <xsd:import namespace="88538368-17db-4068-b10d-26d330d72c3c"/>
    <xsd:import namespace="5296b846-5d2e-4a1f-a106-977549851a7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538368-17db-4068-b10d-26d330d72c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internalName="MediaServiceLocation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bbef4db8-6d90-4361-b142-da04627788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96b846-5d2e-4a1f-a106-977549851a78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cad227f-079b-40e7-b7ed-ff3c0fff12c3}" ma:internalName="TaxCatchAll" ma:showField="CatchAllData" ma:web="5296b846-5d2e-4a1f-a106-977549851a7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4ACF5B-39BD-4056-8849-8A731562BA9B}">
  <ds:schemaRefs>
    <ds:schemaRef ds:uri="http://www.w3.org/XML/1998/namespace"/>
    <ds:schemaRef ds:uri="http://purl.org/dc/terms/"/>
    <ds:schemaRef ds:uri="http://purl.org/dc/elements/1.1/"/>
    <ds:schemaRef ds:uri="http://purl.org/dc/dcmitype/"/>
    <ds:schemaRef ds:uri="http://schemas.microsoft.com/office/2006/documentManagement/types"/>
    <ds:schemaRef ds:uri="88538368-17db-4068-b10d-26d330d72c3c"/>
    <ds:schemaRef ds:uri="http://schemas.microsoft.com/office/infopath/2007/PartnerControls"/>
    <ds:schemaRef ds:uri="http://schemas.openxmlformats.org/package/2006/metadata/core-properties"/>
    <ds:schemaRef ds:uri="5296b846-5d2e-4a1f-a106-977549851a78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97E135BC-9B49-4ADB-8794-03864B06BB8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051713A-6A5A-4407-888F-84656E6EB703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</TotalTime>
  <Words>209</Words>
  <Application>Microsoft Macintosh PowerPoint</Application>
  <PresentationFormat>Widescreen</PresentationFormat>
  <Paragraphs>10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Calibri</vt:lpstr>
      <vt:lpstr>Inter</vt:lpstr>
      <vt:lpstr>Museo Sans 300</vt:lpstr>
      <vt:lpstr>Roboto</vt:lpstr>
      <vt:lpstr>Roboto Light</vt:lpstr>
      <vt:lpstr>Office Theme</vt:lpstr>
      <vt:lpstr>Title slide with white background</vt:lpstr>
      <vt:lpstr>Chapter break with a white background</vt:lpstr>
      <vt:lpstr>Headline &amp; Text with Image at the bottom</vt:lpstr>
      <vt:lpstr>Headline &amp; Text to the left, image to the right</vt:lpstr>
      <vt:lpstr>Headline &amp; Image on left, text on right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slide with white background</dc:title>
  <dc:creator>Emily Juhnke</dc:creator>
  <cp:lastModifiedBy>Emily Juhnke</cp:lastModifiedBy>
  <cp:revision>5</cp:revision>
  <cp:lastPrinted>2019-08-02T19:20:03Z</cp:lastPrinted>
  <dcterms:created xsi:type="dcterms:W3CDTF">2020-07-09T20:17:14Z</dcterms:created>
  <dcterms:modified xsi:type="dcterms:W3CDTF">2023-01-26T22:30:35Z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0x0101009DBC9AF7D0469244B9F5F8B2940F3488</vt:lpwstr>
  </property>
  <property fmtid="{D5CDD505-2E9C-101B-9397-08002B2CF9AE}" pid="3" name="MediaServiceImageTags">
    <vt:lpwstr/>
  </property>
</Properties>
</file>